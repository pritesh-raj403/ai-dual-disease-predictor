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1645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E8"/>
                </a:solidFill>
              </a:rPr>
              <a:t>IIIT Senapati, Manipur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Multi-Disease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Health Risk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Predictor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DD3E8"/>
                </a:solidFill>
              </a:rPr>
              <a:t>Using Machine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283464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30175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Pritesh Raj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Roll No: 230103035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6th Semester | CSE (AI &amp; DS)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Supervised by: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Dr. Nongmeikapam Kishorjit Singh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HoD, Dept. of CSE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We Built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0" y="749808"/>
            <a:ext cx="475488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0" y="749808"/>
            <a:ext cx="73152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78638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537M+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77840" y="8412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Adults with Diabetes Worldwide (IDF 2021)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1572768"/>
            <a:ext cx="475488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1572768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60934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17.9M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77840" y="16642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Deaths from Heart Disease/Year (WHO)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2395728"/>
            <a:ext cx="475488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2395728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243230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77M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24871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Diabetic Individuals in India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3246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Key Objectives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36118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1.  Predict Diabetes &amp; 10-Year Heart Disease risk in ONE system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2.  Compare 7 ML models (Logistic Regression → XGBoost → Ensemble)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3.  Generate 0–100 Risk Score with personalized recommendations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4.  Deploy as interactive Streamlit web application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48463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April 2026  |  Project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Background &amp; Existing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2 of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What Others Have Done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4320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Sisodia &amp; Sisodia (2018)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SVM on PIMA dataset → 76.3% accuracy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 Single disease only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43000"/>
            <a:ext cx="274320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Nai-arun &amp; Moungmai (2015)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572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Random Forest → 77.6% on PIMA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 No web deployment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7432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43000"/>
            <a:ext cx="274320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Mohan et al. (2019)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1572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✓ Hybrid RF → 88.7% heart disease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1938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✗ No risk scoring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Problems with Existing Work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29718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1.  Single disease focus — no unified multi-disease system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2.  Only binary output (0/1) — no risk score or severity level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3.  No personalized health recommendations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4.  Limited model comparison — usually 1-2 algorithms tested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606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Why Our Project is Needed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9718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✓  One system → two diseases (Diabetes + CHD risk)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✓  Intuitive 0–100 Risk Score with severity levels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✓  Personalized diet &amp; lifestyle recommendations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✓  7 ML models compared — rigorous evaluation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E293B"/>
                </a:solidFill>
              </a:rPr>
              <a:t>✓  Live Streamlit web app — accessible to anyone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Pritesh Raj  |  230103035  |  IIIT Senapati, Manipur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System &amp;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3 of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System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508760" cy="10058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704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Raw 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50876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</a:rPr>
              <a:t>PIMA (768)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</a:rPr>
              <a:t>Framingham (4,240)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37360" y="1563624"/>
            <a:ext cx="201168" cy="7315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0" name="Shape 8"/>
          <p:cNvSpPr/>
          <p:nvPr/>
        </p:nvSpPr>
        <p:spPr>
          <a:xfrm>
            <a:off x="1965960" y="1115568"/>
            <a:ext cx="1508760" cy="1005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11704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Preprocessing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150876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</a:rPr>
              <a:t>Mean Imputation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</a:rPr>
              <a:t>StandardScaler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563624"/>
            <a:ext cx="201168" cy="7315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4" name="Shape 12"/>
          <p:cNvSpPr/>
          <p:nvPr/>
        </p:nvSpPr>
        <p:spPr>
          <a:xfrm>
            <a:off x="3703320" y="1115568"/>
            <a:ext cx="1508760" cy="10058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03320" y="11704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SMOTE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150876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</a:rPr>
              <a:t>Balance classes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</a:rPr>
              <a:t>802 / 5,754 samples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0" y="1563624"/>
            <a:ext cx="201168" cy="7315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8" name="Shape 16"/>
          <p:cNvSpPr/>
          <p:nvPr/>
        </p:nvSpPr>
        <p:spPr>
          <a:xfrm>
            <a:off x="5440680" y="1115568"/>
            <a:ext cx="1508760" cy="100584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0680" y="11704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 7 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0680" y="150876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</a:rPr>
              <a:t>LR, RF, SVM, KNN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</a:rPr>
              <a:t>XGBoost, GB, Ensemble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49440" y="1563624"/>
            <a:ext cx="201168" cy="7315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2" name="Shape 20"/>
          <p:cNvSpPr/>
          <p:nvPr/>
        </p:nvSpPr>
        <p:spPr>
          <a:xfrm>
            <a:off x="7178040" y="1115568"/>
            <a:ext cx="1508760" cy="100584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78040" y="11704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Model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78040" y="150876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</a:rPr>
              <a:t>XGBoost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0F2FE"/>
                </a:solidFill>
              </a:rPr>
              <a:t>76.62% / 81.37%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2286000"/>
            <a:ext cx="27432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286000"/>
            <a:ext cx="27432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359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Tools &amp; Technologies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274320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▸  Python 3.x — Core language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▸  Scikit-learn — ML algorithms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▸  XGBoost — Best model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▸  SMOTE (imbalanced-learn)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▸  Pandas, NumPy — Data processing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▸  Matplotlib, Seaborn — Visualization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▸  Streamlit — Web application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</a:rPr>
              <a:t>▸  Pickle — Model serialization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2286000"/>
            <a:ext cx="27432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28600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2359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How System Works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2788920"/>
            <a:ext cx="548640" cy="2926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7889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INPUT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8620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User enters clinical parameters in web form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3264408"/>
            <a:ext cx="548640" cy="2926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0" y="326440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SCALE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886200" y="3264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StandardScaler normalizes the input values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3739896"/>
            <a:ext cx="548640" cy="2926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0" y="373989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PREDICT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86200" y="37398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XGBoost model generates probability score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1840" y="4215384"/>
            <a:ext cx="548640" cy="2926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2" name="Text 40"/>
          <p:cNvSpPr/>
          <p:nvPr/>
        </p:nvSpPr>
        <p:spPr>
          <a:xfrm>
            <a:off x="3291840" y="42153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SCORE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886200" y="42153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Probability → 0-100 Risk Score calculated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91840" y="4690872"/>
            <a:ext cx="548640" cy="2926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45" name="Text 43"/>
          <p:cNvSpPr/>
          <p:nvPr/>
        </p:nvSpPr>
        <p:spPr>
          <a:xfrm>
            <a:off x="3291840" y="469087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OUTPUT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886200" y="4690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Risk level + personalized recommendations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2286000"/>
            <a:ext cx="2743200" cy="2606040"/>
          </a:xfrm>
          <a:prstGeom prst="rect">
            <a:avLst/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72200" y="228600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6263640" y="2359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Unique Features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63640" y="2743200"/>
            <a:ext cx="25603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★  Multi-disease in ONE app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★  Risk Score 0–100 system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★  Feature Engineering (4 new)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★  SMOTE for class imbalance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★  7 model comparison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★  ROC-AUC evaluation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★  Live Streamlit deployment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52" name="Text 5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Pritesh Raj  |  230103035  |  IIIT Senapati, Manipur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&amp;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1371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4 of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Datasets Used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70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</a:rPr>
              <a:t>PIMA Indians Diabetes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768 records  |  8 features  |  Target: Diabetes (0/1)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115568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115568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1170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</a:rPr>
              <a:t>Framingham Heart Study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36592" y="1444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4,240 records  |  15 features  |  Target: 10-Year CHD (0/1)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Diabetes — Model Comparison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31720"/>
          <a:ext cx="4114800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71.43%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74.68%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SVM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72.73%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KNN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68.83%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XGBoost 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76.62%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74.68%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Voting Ensemble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75.97%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274320" y="2331720"/>
            <a:ext cx="4114800" cy="2834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7" name="Shape 14"/>
          <p:cNvSpPr/>
          <p:nvPr/>
        </p:nvSpPr>
        <p:spPr>
          <a:xfrm>
            <a:off x="274320" y="3465576"/>
            <a:ext cx="4114800" cy="2834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233172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017520" y="2331720"/>
            <a:ext cx="1371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Accuracy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74320" y="346557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XGBoost ★ (Best)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017520" y="3465576"/>
            <a:ext cx="1371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76.62%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5488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Heart Disease — Model Comparison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331720"/>
          <a:ext cx="4114800" cy="237744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Score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66.98%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68.56%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73.58%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82.05%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SVM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68.75%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75.01%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KNN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61.32%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80.74%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XGBoost 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81.37%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87.26%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80.31%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86.60%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Voting Ensemble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75.24%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84.50%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4754880" y="2331720"/>
            <a:ext cx="4114800" cy="2834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5" name="Shape 21"/>
          <p:cNvSpPr/>
          <p:nvPr/>
        </p:nvSpPr>
        <p:spPr>
          <a:xfrm>
            <a:off x="4754880" y="3465576"/>
            <a:ext cx="4114800" cy="2834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2"/>
          <p:cNvSpPr/>
          <p:nvPr/>
        </p:nvSpPr>
        <p:spPr>
          <a:xfrm>
            <a:off x="4754880" y="2331720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766560" y="2331720"/>
            <a:ext cx="1051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Accuracy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7818120" y="2331720"/>
            <a:ext cx="1051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CV Score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754880" y="3465576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XGBoost ★ (Best)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6766560" y="3465576"/>
            <a:ext cx="1051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81.37%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7818120" y="3465576"/>
            <a:ext cx="1051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87.26%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274320" y="4709160"/>
            <a:ext cx="8595360" cy="2286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3" name="Text 29"/>
          <p:cNvSpPr/>
          <p:nvPr/>
        </p:nvSpPr>
        <p:spPr>
          <a:xfrm>
            <a:off x="274320" y="470916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Key Finding: Engineered feature 'age_risk' (importance=0.218) is the TOP predictor for heart disease, validating our feature engineering approach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5" name="Text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Pritesh Raj  |  230103035  |  IIIT Senapati, Manipur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1645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Work Accomplished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EE3F8"/>
                </a:solidFill>
              </a:rPr>
              <a:t>✓  Built unified Multi-Disease Predictor (Diabetes + CHD)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EE3F8"/>
                </a:solidFill>
              </a:rPr>
              <a:t>✓  Trained &amp; compared 7 ML algorithms per disease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EE3F8"/>
                </a:solidFill>
              </a:rPr>
              <a:t>✓  XGBoost achieved 76.62% (diabetes) &amp; 81.37% (heart disease)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EE3F8"/>
                </a:solidFill>
              </a:rPr>
              <a:t>✓  Feature engineering added 4 clinically meaningful features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EE3F8"/>
                </a:solidFill>
              </a:rPr>
              <a:t>✓  SMOTE resolved class imbalance in both datasets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EE3F8"/>
                </a:solidFill>
              </a:rPr>
              <a:t>✓  Deployed interactive Streamlit web app with risk scoring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EE3F8"/>
                </a:solidFill>
              </a:rPr>
              <a:t>→  Add more diseases — kidney disease, stroke, cancer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EE3F8"/>
                </a:solidFill>
              </a:rPr>
              <a:t>→  Deep Learning (LSTM/CNN) for improved accuracy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EE3F8"/>
                </a:solidFill>
              </a:rPr>
              <a:t>→  SHAP values for explainable AI predictions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EE3F8"/>
                </a:solidFill>
              </a:rPr>
              <a:t>→  Deploy on cloud (Streamlit Cloud / AWS)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EE3F8"/>
                </a:solidFill>
              </a:rPr>
              <a:t>→  Mobile app (React Native) for wider access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BEE3F8"/>
                </a:solidFill>
              </a:rPr>
              <a:t>→  Integration with Electronic Health Records (EHR)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657600"/>
            <a:ext cx="9144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033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Project Outcome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0507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This project demonstrates that ML models trained on clinical data can be effectively packaged into an accessible multi-disease health risk prediction system, bridging the gap between academic ML research and practical healthcare decision support.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Pritesh Raj  |  230103035  |  B.Tech CSE (AI &amp; DS)  |  IIIT Senapati, Manipur  |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Multi-Disease Health Risk Predictor</dc:title>
  <dc:subject>PptxGenJS Presentation</dc:subject>
  <dc:creator>Pritesh Raj</dc:creator>
  <cp:lastModifiedBy>Pritesh Raj</cp:lastModifiedBy>
  <cp:revision>1</cp:revision>
  <dcterms:created xsi:type="dcterms:W3CDTF">2026-04-21T16:37:39Z</dcterms:created>
  <dcterms:modified xsi:type="dcterms:W3CDTF">2026-04-21T16:37:39Z</dcterms:modified>
</cp:coreProperties>
</file>